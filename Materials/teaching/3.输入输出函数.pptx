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31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01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86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82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34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09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341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1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12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853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01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693F9-322D-4C90-9FEE-C4374B0C61AA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E562F-46C7-48CD-8897-F215832CA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78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502040204020203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2040204020203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2040204020203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204020402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204020402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204020402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204020402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204020402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204020402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输入输出函数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输入：有符号整数，</a:t>
            </a:r>
            <a:r>
              <a:rPr lang="en-US" altLang="zh-CN" dirty="0" err="1" smtClean="0"/>
              <a:t>ReadInt</a:t>
            </a:r>
            <a:r>
              <a:rPr lang="zh-CN" altLang="en-US" dirty="0" smtClean="0"/>
              <a:t>，获得的数据存在</a:t>
            </a:r>
            <a:r>
              <a:rPr lang="en-US" altLang="zh-CN" dirty="0" err="1" smtClean="0"/>
              <a:t>eax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r>
              <a:rPr lang="en-US" altLang="zh-CN" sz="2400" dirty="0"/>
              <a:t>; Receives: nothing</a:t>
            </a:r>
          </a:p>
          <a:p>
            <a:r>
              <a:rPr lang="en-US" altLang="zh-CN" sz="2400" dirty="0"/>
              <a:t>; Returns:  If CF=0, the integer is valid, and EAX = binary value.</a:t>
            </a:r>
          </a:p>
          <a:p>
            <a:r>
              <a:rPr lang="en-US" altLang="zh-CN" sz="2400" dirty="0"/>
              <a:t>;   If CF=1, the integer is invalid and EAX = 0.</a:t>
            </a:r>
          </a:p>
          <a:p>
            <a:r>
              <a:rPr lang="zh-CN" altLang="en-US" dirty="0" smtClean="0"/>
              <a:t>输出：</a:t>
            </a:r>
            <a:r>
              <a:rPr lang="en-US" altLang="zh-CN" dirty="0" err="1" smtClean="0"/>
              <a:t>WriteInt</a:t>
            </a:r>
            <a:r>
              <a:rPr lang="zh-CN" altLang="en-US" dirty="0" smtClean="0"/>
              <a:t>，准备的打印的数据放入</a:t>
            </a:r>
            <a:r>
              <a:rPr lang="en-US" altLang="zh-CN" dirty="0" err="1" smtClean="0"/>
              <a:t>eax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r>
              <a:rPr lang="en-US" altLang="zh-CN" sz="2400" dirty="0"/>
              <a:t>; Receives: EAX = the integer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8260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1966913" y="31750"/>
            <a:ext cx="8229600" cy="1143000"/>
          </a:xfrm>
        </p:spPr>
        <p:txBody>
          <a:bodyPr/>
          <a:lstStyle/>
          <a:p>
            <a:r>
              <a:rPr lang="zh-CN" altLang="en-US" smtClean="0"/>
              <a:t>输入输出函数</a:t>
            </a: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1862410" y="1273584"/>
            <a:ext cx="8229600" cy="4525962"/>
          </a:xfrm>
        </p:spPr>
        <p:txBody>
          <a:bodyPr/>
          <a:lstStyle/>
          <a:p>
            <a:r>
              <a:rPr lang="zh-CN" altLang="en-US" dirty="0" smtClean="0"/>
              <a:t>输入：</a:t>
            </a:r>
            <a:r>
              <a:rPr lang="en-US" altLang="zh-CN" dirty="0" err="1" smtClean="0"/>
              <a:t>ReadString</a:t>
            </a:r>
            <a:endParaRPr lang="en-US" altLang="zh-CN" dirty="0" smtClean="0"/>
          </a:p>
          <a:p>
            <a:r>
              <a:rPr lang="en-US" altLang="zh-CN" sz="2400" dirty="0"/>
              <a:t>; Receives: EDX points to the input buffer,</a:t>
            </a:r>
          </a:p>
          <a:p>
            <a:r>
              <a:rPr lang="en-US" altLang="zh-CN" sz="2400" dirty="0"/>
              <a:t>;                    ECX contains the maximum string length</a:t>
            </a:r>
          </a:p>
          <a:p>
            <a:r>
              <a:rPr lang="en-US" altLang="zh-CN" sz="2400" dirty="0"/>
              <a:t>; Returns:  EAX = size of the input string.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输出：</a:t>
            </a:r>
            <a:r>
              <a:rPr lang="en-US" altLang="zh-CN" dirty="0" err="1" smtClean="0"/>
              <a:t>WriteString</a:t>
            </a:r>
            <a:endParaRPr lang="en-US" altLang="zh-CN" dirty="0" smtClean="0"/>
          </a:p>
          <a:p>
            <a:r>
              <a:rPr lang="en-US" altLang="zh-CN" sz="2400" dirty="0"/>
              <a:t>; output. Input parameter: EDX points to the string.</a:t>
            </a:r>
            <a:endParaRPr lang="zh-CN" altLang="en-US" sz="2400" dirty="0"/>
          </a:p>
        </p:txBody>
      </p:sp>
      <p:sp>
        <p:nvSpPr>
          <p:cNvPr id="20484" name="矩形 3"/>
          <p:cNvSpPr>
            <a:spLocks noChangeArrowheads="1"/>
          </p:cNvSpPr>
          <p:nvPr/>
        </p:nvSpPr>
        <p:spPr bwMode="auto">
          <a:xfrm>
            <a:off x="1524001" y="3068638"/>
            <a:ext cx="96123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	</a:t>
            </a:r>
            <a:r>
              <a:rPr lang="en-US" altLang="zh-CN" dirty="0" err="1"/>
              <a:t>mov</a:t>
            </a:r>
            <a:r>
              <a:rPr lang="en-US" altLang="zh-CN" dirty="0"/>
              <a:t>   </a:t>
            </a:r>
            <a:r>
              <a:rPr lang="en-US" altLang="zh-CN" dirty="0" err="1"/>
              <a:t>edx</a:t>
            </a:r>
            <a:r>
              <a:rPr lang="en-US" altLang="zh-CN" dirty="0"/>
              <a:t>, offset </a:t>
            </a:r>
            <a:r>
              <a:rPr lang="en-US" altLang="zh-CN" dirty="0" err="1"/>
              <a:t>Linputarea</a:t>
            </a:r>
            <a:r>
              <a:rPr lang="en-US" altLang="zh-CN" dirty="0"/>
              <a:t>  	; save offset in </a:t>
            </a:r>
            <a:r>
              <a:rPr lang="en-US" altLang="zh-CN" dirty="0" err="1"/>
              <a:t>edx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mov</a:t>
            </a:r>
            <a:r>
              <a:rPr lang="en-US" altLang="zh-CN" dirty="0"/>
              <a:t>   </a:t>
            </a:r>
            <a:r>
              <a:rPr lang="en-US" altLang="zh-CN" dirty="0" err="1"/>
              <a:t>ecx,LMAX_DIGITS</a:t>
            </a:r>
            <a:endParaRPr lang="en-US" altLang="zh-CN" dirty="0"/>
          </a:p>
          <a:p>
            <a:r>
              <a:rPr lang="en-US" altLang="zh-CN" dirty="0"/>
              <a:t>	call  </a:t>
            </a:r>
            <a:r>
              <a:rPr lang="en-US" altLang="zh-CN" dirty="0" err="1"/>
              <a:t>ReadString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mov</a:t>
            </a:r>
            <a:r>
              <a:rPr lang="en-US" altLang="zh-CN" dirty="0"/>
              <a:t>   </a:t>
            </a:r>
            <a:r>
              <a:rPr lang="en-US" altLang="zh-CN" dirty="0" err="1"/>
              <a:t>ecx,eax</a:t>
            </a:r>
            <a:r>
              <a:rPr lang="en-US" altLang="zh-CN" dirty="0"/>
              <a:t>           		; save length in CX</a:t>
            </a:r>
            <a:endParaRPr lang="zh-CN" altLang="en-US" dirty="0"/>
          </a:p>
        </p:txBody>
      </p:sp>
      <p:sp>
        <p:nvSpPr>
          <p:cNvPr id="20485" name="矩形 4"/>
          <p:cNvSpPr>
            <a:spLocks noChangeArrowheads="1"/>
          </p:cNvSpPr>
          <p:nvPr/>
        </p:nvSpPr>
        <p:spPr bwMode="auto">
          <a:xfrm>
            <a:off x="2424113" y="5327651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mov  edx,offset waitmsgstr</a:t>
            </a:r>
          </a:p>
          <a:p>
            <a:r>
              <a:rPr lang="en-US" altLang="zh-CN"/>
              <a:t>call WriteString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2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输入输出函数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DumpMem</a:t>
            </a:r>
            <a:endParaRPr lang="en-US" altLang="zh-CN" dirty="0" smtClean="0"/>
          </a:p>
          <a:p>
            <a:r>
              <a:rPr lang="en-US" altLang="zh-CN" sz="2400" dirty="0"/>
              <a:t>; Receives: ESI = starting offset, ECX = number of units,</a:t>
            </a:r>
          </a:p>
          <a:p>
            <a:r>
              <a:rPr lang="en-US" altLang="zh-CN" sz="2400" dirty="0"/>
              <a:t>;           EBX = unit size (1=byte, 2=word, or 4=</a:t>
            </a:r>
            <a:r>
              <a:rPr lang="en-US" altLang="zh-CN" sz="2400" dirty="0" err="1"/>
              <a:t>doubleword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; Returns:  nothing</a:t>
            </a:r>
          </a:p>
          <a:p>
            <a:r>
              <a:rPr lang="zh-CN" altLang="en-US" sz="2400" dirty="0"/>
              <a:t>例子：</a:t>
            </a:r>
            <a:endParaRPr lang="en-US" altLang="zh-CN" sz="2400" dirty="0"/>
          </a:p>
          <a:p>
            <a:r>
              <a:rPr lang="en-US" altLang="zh-CN" sz="2400" dirty="0" err="1"/>
              <a:t>mov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esi,offset</a:t>
            </a:r>
            <a:r>
              <a:rPr lang="en-US" altLang="zh-CN" sz="2400" dirty="0"/>
              <a:t> </a:t>
            </a:r>
            <a:r>
              <a:rPr lang="en-US" altLang="zh-CN" sz="2400" dirty="0" err="1"/>
              <a:t>dat</a:t>
            </a:r>
            <a:r>
              <a:rPr lang="en-US" altLang="zh-CN" sz="2400" dirty="0"/>
              <a:t> ;</a:t>
            </a:r>
            <a:r>
              <a:rPr lang="en-US" altLang="zh-CN" sz="2400" dirty="0" err="1"/>
              <a:t>esi</a:t>
            </a:r>
            <a:r>
              <a:rPr lang="zh-CN" altLang="en-US" sz="2400" dirty="0"/>
              <a:t>存储内存开始地址</a:t>
            </a:r>
          </a:p>
          <a:p>
            <a:r>
              <a:rPr lang="en-US" altLang="zh-CN" sz="2400" dirty="0" err="1"/>
              <a:t>mov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ebx,type</a:t>
            </a:r>
            <a:r>
              <a:rPr lang="en-US" altLang="zh-CN" sz="2400" dirty="0"/>
              <a:t> </a:t>
            </a:r>
            <a:r>
              <a:rPr lang="en-US" altLang="zh-CN" sz="2400" dirty="0" err="1"/>
              <a:t>dat</a:t>
            </a:r>
            <a:r>
              <a:rPr lang="en-US" altLang="zh-CN" sz="2400" dirty="0"/>
              <a:t> ;</a:t>
            </a:r>
            <a:r>
              <a:rPr lang="en-US" altLang="zh-CN" sz="2400" dirty="0" err="1"/>
              <a:t>ebx</a:t>
            </a:r>
            <a:r>
              <a:rPr lang="zh-CN" altLang="en-US" sz="2400" dirty="0"/>
              <a:t>存储数据类型字量</a:t>
            </a:r>
          </a:p>
          <a:p>
            <a:r>
              <a:rPr lang="en-US" altLang="zh-CN" sz="2400" dirty="0" err="1"/>
              <a:t>mov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ecx,lengthof</a:t>
            </a:r>
            <a:r>
              <a:rPr lang="en-US" altLang="zh-CN" sz="2400" dirty="0"/>
              <a:t> </a:t>
            </a:r>
            <a:r>
              <a:rPr lang="en-US" altLang="zh-CN" sz="2400" dirty="0" err="1"/>
              <a:t>dat;ecx</a:t>
            </a:r>
            <a:r>
              <a:rPr lang="zh-CN" altLang="en-US" sz="2400" dirty="0"/>
              <a:t>存储内存单元数量</a:t>
            </a:r>
          </a:p>
          <a:p>
            <a:r>
              <a:rPr lang="en-US" altLang="zh-CN" sz="2400" dirty="0"/>
              <a:t>call </a:t>
            </a:r>
            <a:r>
              <a:rPr lang="en-US" altLang="zh-CN" sz="2400" dirty="0" err="1"/>
              <a:t>dumpmem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21508" name="矩形 3"/>
          <p:cNvSpPr>
            <a:spLocks noChangeArrowheads="1"/>
          </p:cNvSpPr>
          <p:nvPr/>
        </p:nvSpPr>
        <p:spPr bwMode="auto">
          <a:xfrm>
            <a:off x="3719513" y="5922963"/>
            <a:ext cx="6064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502040204020203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其余的输入输出函数，详细见</a:t>
            </a:r>
            <a:r>
              <a:rPr lang="en-US" altLang="zh-CN" sz="2400" b="1">
                <a:solidFill>
                  <a:srgbClr val="FF0000"/>
                </a:solidFill>
              </a:rPr>
              <a:t>Irvine32.asm</a:t>
            </a:r>
          </a:p>
        </p:txBody>
      </p:sp>
    </p:spTree>
    <p:extLst>
      <p:ext uri="{BB962C8B-B14F-4D97-AF65-F5344CB8AC3E}">
        <p14:creationId xmlns:p14="http://schemas.microsoft.com/office/powerpoint/2010/main" val="1917707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7543" y="220139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/>
              <a:t>;--------------------------------------------------------</a:t>
            </a:r>
          </a:p>
          <a:p>
            <a:r>
              <a:rPr lang="zh-CN" altLang="en-US" dirty="0" smtClean="0"/>
              <a:t>ReadString proc</a:t>
            </a:r>
          </a:p>
          <a:p>
            <a:r>
              <a:rPr lang="zh-CN" altLang="en-US" dirty="0" smtClean="0"/>
              <a:t>;</a:t>
            </a:r>
          </a:p>
          <a:p>
            <a:r>
              <a:rPr lang="zh-CN" altLang="en-US" dirty="0" smtClean="0"/>
              <a:t>; Reads a string of up to 128 characters from the console</a:t>
            </a:r>
          </a:p>
          <a:p>
            <a:r>
              <a:rPr lang="zh-CN" altLang="en-US" dirty="0" smtClean="0"/>
              <a:t>; past the end of line, and places the characters in a buffer.</a:t>
            </a:r>
          </a:p>
          <a:p>
            <a:r>
              <a:rPr lang="zh-CN" altLang="en-US" dirty="0" smtClean="0"/>
              <a:t>; Strips off CR/LF from the input buffer.</a:t>
            </a:r>
          </a:p>
          <a:p>
            <a:r>
              <a:rPr lang="zh-CN" altLang="en-US" dirty="0" smtClean="0"/>
              <a:t>; Receives: EDX points to the input buffer,</a:t>
            </a:r>
          </a:p>
          <a:p>
            <a:r>
              <a:rPr lang="zh-CN" altLang="en-US" dirty="0" smtClean="0"/>
              <a:t>;           ECX contains the maximum string length</a:t>
            </a:r>
          </a:p>
          <a:p>
            <a:r>
              <a:rPr lang="zh-CN" altLang="en-US" dirty="0" smtClean="0"/>
              <a:t>; Returns:  EAX = size of the input string.</a:t>
            </a:r>
          </a:p>
          <a:p>
            <a:r>
              <a:rPr lang="zh-CN" altLang="en-US" dirty="0" smtClean="0"/>
              <a:t>; Comments: Stops when Enter key (0Dh) is pressed. Because ReadConsole</a:t>
            </a:r>
          </a:p>
          <a:p>
            <a:r>
              <a:rPr lang="zh-CN" altLang="en-US" dirty="0" smtClean="0"/>
              <a:t>; places 0Dh,0Ah in the buffer, we have to use a local variable</a:t>
            </a:r>
          </a:p>
          <a:p>
            <a:r>
              <a:rPr lang="zh-CN" altLang="en-US" dirty="0" smtClean="0"/>
              <a:t>; to overwriting the caller's memory. After calling ReadConsole,</a:t>
            </a:r>
          </a:p>
          <a:p>
            <a:r>
              <a:rPr lang="zh-CN" altLang="en-US" dirty="0" smtClean="0"/>
              <a:t>; we copy the characters back to the caller's buffer.</a:t>
            </a:r>
          </a:p>
          <a:p>
            <a:r>
              <a:rPr lang="zh-CN" altLang="en-US" dirty="0" smtClean="0"/>
              <a:t>; Last update: 8/14/01</a:t>
            </a:r>
          </a:p>
          <a:p>
            <a:r>
              <a:rPr lang="zh-CN" altLang="en-US" dirty="0" smtClean="0"/>
              <a:t>;--------------------------------------------------------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42344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11675" y="0"/>
            <a:ext cx="7846423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dirty="0">
                <a:solidFill>
                  <a:prstClr val="black"/>
                </a:solidFill>
              </a:rPr>
              <a:t>.data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READSTRING_BUFSIZE = 128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InputTooLong BYTE "ReadString error: Cannot input string longer than 128 bytes.",0Dh,0Ah,0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localBuf BYTE (READSTRING_BUFSIZE + 2) DUP(?)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.code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pushad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CheckInit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cmp ecx,READSTRING_BUFSIZE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ja L3Err		; InputTooLong</a:t>
            </a:r>
          </a:p>
          <a:p>
            <a:pPr lvl="0"/>
            <a:endParaRPr lang="zh-CN" altLang="en-US" dirty="0">
              <a:solidFill>
                <a:prstClr val="black"/>
              </a:solidFill>
            </a:endParaRP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add ecx,2		; include CR/LF in the input</a:t>
            </a:r>
          </a:p>
          <a:p>
            <a:pPr lvl="0"/>
            <a:endParaRPr lang="zh-CN" altLang="en-US" dirty="0">
              <a:solidFill>
                <a:prstClr val="black"/>
              </a:solidFill>
            </a:endParaRP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push edx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INVOKE ReadConsole,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  consoleInHandle,		; console input handle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  OFFSET localBuf,		; pointer to local buffer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  ecx,		; max count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  OFFSET bytesRead,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  0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pop edx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sub bytesRead,2		; adjust character count</a:t>
            </a:r>
          </a:p>
          <a:p>
            <a:pPr lvl="0"/>
            <a:endParaRPr lang="zh-CN" altLang="en-US" dirty="0">
              <a:solidFill>
                <a:prstClr val="black"/>
              </a:solidFill>
            </a:endParaRP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jz  L5 		; skip move if zero chars </a:t>
            </a:r>
            <a:r>
              <a:rPr lang="zh-CN" altLang="en-US" dirty="0" smtClean="0">
                <a:solidFill>
                  <a:prstClr val="black"/>
                </a:solidFill>
              </a:rPr>
              <a:t>input</a:t>
            </a:r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29393" y="58847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zh-CN" altLang="en-US" dirty="0">
                <a:solidFill>
                  <a:prstClr val="black"/>
                </a:solidFill>
              </a:rPr>
              <a:t>L1: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; Copy from the local buffer to the caller's buffer.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mov ecx,bytesRead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mov esi,OFFSET localBuf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L2: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mov al,[esi]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mov [edx],al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inc esi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inc edx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Loop L2</a:t>
            </a:r>
          </a:p>
          <a:p>
            <a:pPr lvl="0"/>
            <a:endParaRPr lang="zh-CN" altLang="en-US" dirty="0">
              <a:solidFill>
                <a:prstClr val="black"/>
              </a:solidFill>
            </a:endParaRP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L5:	mov BYTE PTR [edx],0		; add NULL byte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jmp L4</a:t>
            </a:r>
          </a:p>
          <a:p>
            <a:pPr lvl="0"/>
            <a:endParaRPr lang="zh-CN" altLang="en-US" dirty="0">
              <a:solidFill>
                <a:prstClr val="black"/>
              </a:solidFill>
            </a:endParaRP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L3Err: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mov edx,OFFSET InputTooLong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call WriteString</a:t>
            </a:r>
          </a:p>
          <a:p>
            <a:pPr lvl="0"/>
            <a:endParaRPr lang="zh-CN" altLang="en-US" dirty="0">
              <a:solidFill>
                <a:prstClr val="black"/>
              </a:solidFill>
            </a:endParaRP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L4: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popad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mov eax,bytesRead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	ret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ReadString endp</a:t>
            </a:r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575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354</Words>
  <Application>Microsoft Office PowerPoint</Application>
  <PresentationFormat>宽屏</PresentationFormat>
  <Paragraphs>94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宋体</vt:lpstr>
      <vt:lpstr>Arial</vt:lpstr>
      <vt:lpstr>Calibri</vt:lpstr>
      <vt:lpstr>Calibri Light</vt:lpstr>
      <vt:lpstr>Office 主题</vt:lpstr>
      <vt:lpstr>输入输出函数</vt:lpstr>
      <vt:lpstr>输入输出函数</vt:lpstr>
      <vt:lpstr>输入输出函数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输入输出函数</dc:title>
  <dc:creator>Beautiful</dc:creator>
  <cp:lastModifiedBy>Beautiful</cp:lastModifiedBy>
  <cp:revision>5</cp:revision>
  <dcterms:created xsi:type="dcterms:W3CDTF">2022-03-11T22:43:06Z</dcterms:created>
  <dcterms:modified xsi:type="dcterms:W3CDTF">2022-03-11T23:06:43Z</dcterms:modified>
</cp:coreProperties>
</file>